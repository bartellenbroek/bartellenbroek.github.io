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648" r:id="rId5"/>
    <p:sldId id="647" r:id="rId6"/>
    <p:sldId id="649" r:id="rId7"/>
    <p:sldId id="651" r:id="rId8"/>
    <p:sldId id="652" r:id="rId9"/>
    <p:sldId id="654" r:id="rId10"/>
    <p:sldId id="653" r:id="rId11"/>
  </p:sldIdLst>
  <p:sldSz cx="9144000" cy="6858000" type="screen4x3"/>
  <p:notesSz cx="6724650" cy="97742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t Ellenbroek" initials="BE" lastIdx="1" clrIdx="0">
    <p:extLst>
      <p:ext uri="{19B8F6BF-5375-455C-9EA6-DF929625EA0E}">
        <p15:presenceInfo xmlns:p15="http://schemas.microsoft.com/office/powerpoint/2012/main" userId="S::ellenbba@staff.vuw.ac.nz::2b84b345-916b-467b-906b-b93ab6e968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15138"/>
    <a:srgbClr val="000000"/>
    <a:srgbClr val="FFFFCC"/>
    <a:srgbClr val="CECECE"/>
    <a:srgbClr val="B56478"/>
    <a:srgbClr val="837AA9"/>
    <a:srgbClr val="BC81A1"/>
    <a:srgbClr val="FF99CC"/>
    <a:srgbClr val="F3E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EC1A13-BCBC-4BB4-95FD-8B468A79D5D8}" v="3" dt="2025-10-01T20:17:57.581"/>
    <p1510:client id="{F06E4749-4981-4E10-825B-076B9E610641}" v="62" dt="2025-10-01T07:44:50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338" autoAdjust="0"/>
  </p:normalViewPr>
  <p:slideViewPr>
    <p:cSldViewPr snapToGrid="0" snapToObjects="1">
      <p:cViewPr varScale="1">
        <p:scale>
          <a:sx n="95" d="100"/>
          <a:sy n="95" d="100"/>
        </p:scale>
        <p:origin x="2046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Ellenbroek" userId="2b84b345-916b-467b-906b-b93ab6e96867" providerId="ADAL" clId="{D7256E74-C0F4-4C0F-88F1-37F52440695C}"/>
    <pc:docChg chg="undo custSel addSld delSld modSld sldOrd">
      <pc:chgData name="Bart Ellenbroek" userId="2b84b345-916b-467b-906b-b93ab6e96867" providerId="ADAL" clId="{D7256E74-C0F4-4C0F-88F1-37F52440695C}" dt="2025-10-01T07:50:32.696" v="2788" actId="20577"/>
      <pc:docMkLst>
        <pc:docMk/>
      </pc:docMkLst>
      <pc:sldChg chg="del">
        <pc:chgData name="Bart Ellenbroek" userId="2b84b345-916b-467b-906b-b93ab6e96867" providerId="ADAL" clId="{D7256E74-C0F4-4C0F-88F1-37F52440695C}" dt="2025-10-01T03:42:05.541" v="25" actId="47"/>
        <pc:sldMkLst>
          <pc:docMk/>
          <pc:sldMk cId="1915081422" sldId="260"/>
        </pc:sldMkLst>
      </pc:sldChg>
      <pc:sldChg chg="del">
        <pc:chgData name="Bart Ellenbroek" userId="2b84b345-916b-467b-906b-b93ab6e96867" providerId="ADAL" clId="{D7256E74-C0F4-4C0F-88F1-37F52440695C}" dt="2025-10-01T03:45:18.965" v="48" actId="47"/>
        <pc:sldMkLst>
          <pc:docMk/>
          <pc:sldMk cId="229419331" sldId="646"/>
        </pc:sldMkLst>
      </pc:sldChg>
      <pc:sldChg chg="addSp delSp modSp mod ord delAnim modAnim">
        <pc:chgData name="Bart Ellenbroek" userId="2b84b345-916b-467b-906b-b93ab6e96867" providerId="ADAL" clId="{D7256E74-C0F4-4C0F-88F1-37F52440695C}" dt="2025-10-01T06:38:16.969" v="565" actId="1076"/>
        <pc:sldMkLst>
          <pc:docMk/>
          <pc:sldMk cId="849539714" sldId="647"/>
        </pc:sldMkLst>
        <pc:spChg chg="mod">
          <ac:chgData name="Bart Ellenbroek" userId="2b84b345-916b-467b-906b-b93ab6e96867" providerId="ADAL" clId="{D7256E74-C0F4-4C0F-88F1-37F52440695C}" dt="2025-10-01T06:09:28.964" v="377" actId="20577"/>
          <ac:spMkLst>
            <pc:docMk/>
            <pc:sldMk cId="849539714" sldId="647"/>
            <ac:spMk id="2" creationId="{3741C4D4-0778-4B27-906C-6534FA5758BC}"/>
          </ac:spMkLst>
        </pc:spChg>
        <pc:spChg chg="add mod">
          <ac:chgData name="Bart Ellenbroek" userId="2b84b345-916b-467b-906b-b93ab6e96867" providerId="ADAL" clId="{D7256E74-C0F4-4C0F-88F1-37F52440695C}" dt="2025-10-01T06:09:01.264" v="347" actId="20577"/>
          <ac:spMkLst>
            <pc:docMk/>
            <pc:sldMk cId="849539714" sldId="647"/>
            <ac:spMk id="3" creationId="{19CC12C1-00FA-E91E-2973-B2B08413A8CB}"/>
          </ac:spMkLst>
        </pc:spChg>
        <pc:spChg chg="mod">
          <ac:chgData name="Bart Ellenbroek" userId="2b84b345-916b-467b-906b-b93ab6e96867" providerId="ADAL" clId="{D7256E74-C0F4-4C0F-88F1-37F52440695C}" dt="2025-10-01T03:42:10.423" v="29" actId="20577"/>
          <ac:spMkLst>
            <pc:docMk/>
            <pc:sldMk cId="849539714" sldId="647"/>
            <ac:spMk id="4" creationId="{625C5947-9356-43F3-9E2F-1378228BCF78}"/>
          </ac:spMkLst>
        </pc:spChg>
        <pc:spChg chg="add del mod topLvl">
          <ac:chgData name="Bart Ellenbroek" userId="2b84b345-916b-467b-906b-b93ab6e96867" providerId="ADAL" clId="{D7256E74-C0F4-4C0F-88F1-37F52440695C}" dt="2025-10-01T06:08:41.934" v="325" actId="478"/>
          <ac:spMkLst>
            <pc:docMk/>
            <pc:sldMk cId="849539714" sldId="647"/>
            <ac:spMk id="7" creationId="{E160D62A-8F0B-4537-E88F-71B7F5B1A1B1}"/>
          </ac:spMkLst>
        </pc:spChg>
        <pc:grpChg chg="add del mod">
          <ac:chgData name="Bart Ellenbroek" userId="2b84b345-916b-467b-906b-b93ab6e96867" providerId="ADAL" clId="{D7256E74-C0F4-4C0F-88F1-37F52440695C}" dt="2025-10-01T06:08:32.312" v="324" actId="21"/>
          <ac:grpSpMkLst>
            <pc:docMk/>
            <pc:sldMk cId="849539714" sldId="647"/>
            <ac:grpSpMk id="5" creationId="{D6A70CB9-C651-1771-65A6-27B123DF3969}"/>
          </ac:grpSpMkLst>
        </pc:grpChg>
        <pc:grpChg chg="del">
          <ac:chgData name="Bart Ellenbroek" userId="2b84b345-916b-467b-906b-b93ab6e96867" providerId="ADAL" clId="{D7256E74-C0F4-4C0F-88F1-37F52440695C}" dt="2025-10-01T03:40:06.434" v="21" actId="478"/>
          <ac:grpSpMkLst>
            <pc:docMk/>
            <pc:sldMk cId="849539714" sldId="647"/>
            <ac:grpSpMk id="31" creationId="{261488DE-4BCD-DF62-36ED-6990D9DD3899}"/>
          </ac:grpSpMkLst>
        </pc:grpChg>
        <pc:grpChg chg="del">
          <ac:chgData name="Bart Ellenbroek" userId="2b84b345-916b-467b-906b-b93ab6e96867" providerId="ADAL" clId="{D7256E74-C0F4-4C0F-88F1-37F52440695C}" dt="2025-10-01T03:40:05.197" v="20" actId="478"/>
          <ac:grpSpMkLst>
            <pc:docMk/>
            <pc:sldMk cId="849539714" sldId="647"/>
            <ac:grpSpMk id="32" creationId="{94C13576-6216-B906-A3FD-98D443B45E5E}"/>
          </ac:grpSpMkLst>
        </pc:grpChg>
        <pc:grpChg chg="del">
          <ac:chgData name="Bart Ellenbroek" userId="2b84b345-916b-467b-906b-b93ab6e96867" providerId="ADAL" clId="{D7256E74-C0F4-4C0F-88F1-37F52440695C}" dt="2025-10-01T03:40:10.596" v="23" actId="478"/>
          <ac:grpSpMkLst>
            <pc:docMk/>
            <pc:sldMk cId="849539714" sldId="647"/>
            <ac:grpSpMk id="38" creationId="{85D4CA9C-FAF4-29F5-B6D8-9D60EC8FDB04}"/>
          </ac:grpSpMkLst>
        </pc:grpChg>
        <pc:grpChg chg="del">
          <ac:chgData name="Bart Ellenbroek" userId="2b84b345-916b-467b-906b-b93ab6e96867" providerId="ADAL" clId="{D7256E74-C0F4-4C0F-88F1-37F52440695C}" dt="2025-10-01T03:40:02.826" v="18" actId="478"/>
          <ac:grpSpMkLst>
            <pc:docMk/>
            <pc:sldMk cId="849539714" sldId="647"/>
            <ac:grpSpMk id="42" creationId="{3D9762D8-8D7A-4D2C-B841-1D322CADBF81}"/>
          </ac:grpSpMkLst>
        </pc:grpChg>
        <pc:grpChg chg="del">
          <ac:chgData name="Bart Ellenbroek" userId="2b84b345-916b-467b-906b-b93ab6e96867" providerId="ADAL" clId="{D7256E74-C0F4-4C0F-88F1-37F52440695C}" dt="2025-10-01T03:40:07.783" v="22" actId="478"/>
          <ac:grpSpMkLst>
            <pc:docMk/>
            <pc:sldMk cId="849539714" sldId="647"/>
            <ac:grpSpMk id="44" creationId="{EC45FE5E-597E-1937-7E35-80A4E8A4A43F}"/>
          </ac:grpSpMkLst>
        </pc:grpChg>
        <pc:picChg chg="add del mod topLvl">
          <ac:chgData name="Bart Ellenbroek" userId="2b84b345-916b-467b-906b-b93ab6e96867" providerId="ADAL" clId="{D7256E74-C0F4-4C0F-88F1-37F52440695C}" dt="2025-10-01T06:08:32.312" v="324" actId="21"/>
          <ac:picMkLst>
            <pc:docMk/>
            <pc:sldMk cId="849539714" sldId="647"/>
            <ac:picMk id="6" creationId="{F4C0DD15-1E01-D984-C7E0-DAFDDEF29200}"/>
          </ac:picMkLst>
        </pc:picChg>
        <pc:picChg chg="add mod">
          <ac:chgData name="Bart Ellenbroek" userId="2b84b345-916b-467b-906b-b93ab6e96867" providerId="ADAL" clId="{D7256E74-C0F4-4C0F-88F1-37F52440695C}" dt="2025-10-01T06:08:48.365" v="327" actId="1076"/>
          <ac:picMkLst>
            <pc:docMk/>
            <pc:sldMk cId="849539714" sldId="647"/>
            <ac:picMk id="8" creationId="{F4C0DD15-1E01-D984-C7E0-DAFDDEF29200}"/>
          </ac:picMkLst>
        </pc:picChg>
        <pc:picChg chg="mod modCrop">
          <ac:chgData name="Bart Ellenbroek" userId="2b84b345-916b-467b-906b-b93ab6e96867" providerId="ADAL" clId="{D7256E74-C0F4-4C0F-88F1-37F52440695C}" dt="2025-10-01T06:38:16.969" v="565" actId="1076"/>
          <ac:picMkLst>
            <pc:docMk/>
            <pc:sldMk cId="849539714" sldId="647"/>
            <ac:picMk id="21" creationId="{09D95EBD-C5A0-1A02-37C8-F7F3207D93AD}"/>
          </ac:picMkLst>
        </pc:picChg>
        <pc:picChg chg="del">
          <ac:chgData name="Bart Ellenbroek" userId="2b84b345-916b-467b-906b-b93ab6e96867" providerId="ADAL" clId="{D7256E74-C0F4-4C0F-88F1-37F52440695C}" dt="2025-10-01T03:40:04.229" v="19" actId="478"/>
          <ac:picMkLst>
            <pc:docMk/>
            <pc:sldMk cId="849539714" sldId="647"/>
            <ac:picMk id="28" creationId="{05B16FE2-7840-4C1B-09BE-66EDA3A6CD3A}"/>
          </ac:picMkLst>
        </pc:picChg>
        <pc:picChg chg="del">
          <ac:chgData name="Bart Ellenbroek" userId="2b84b345-916b-467b-906b-b93ab6e96867" providerId="ADAL" clId="{D7256E74-C0F4-4C0F-88F1-37F52440695C}" dt="2025-10-01T03:37:33.345" v="0" actId="478"/>
          <ac:picMkLst>
            <pc:docMk/>
            <pc:sldMk cId="849539714" sldId="647"/>
            <ac:picMk id="45" creationId="{55E97BE0-34AB-6174-009D-89F8DFC1B416}"/>
          </ac:picMkLst>
        </pc:picChg>
      </pc:sldChg>
      <pc:sldChg chg="add">
        <pc:chgData name="Bart Ellenbroek" userId="2b84b345-916b-467b-906b-b93ab6e96867" providerId="ADAL" clId="{D7256E74-C0F4-4C0F-88F1-37F52440695C}" dt="2025-10-01T03:45:21.520" v="49"/>
        <pc:sldMkLst>
          <pc:docMk/>
          <pc:sldMk cId="3506578773" sldId="648"/>
        </pc:sldMkLst>
      </pc:sldChg>
      <pc:sldChg chg="del">
        <pc:chgData name="Bart Ellenbroek" userId="2b84b345-916b-467b-906b-b93ab6e96867" providerId="ADAL" clId="{D7256E74-C0F4-4C0F-88F1-37F52440695C}" dt="2025-10-01T03:45:18.965" v="48" actId="47"/>
        <pc:sldMkLst>
          <pc:docMk/>
          <pc:sldMk cId="4101815996" sldId="648"/>
        </pc:sldMkLst>
      </pc:sldChg>
      <pc:sldChg chg="del">
        <pc:chgData name="Bart Ellenbroek" userId="2b84b345-916b-467b-906b-b93ab6e96867" providerId="ADAL" clId="{D7256E74-C0F4-4C0F-88F1-37F52440695C}" dt="2025-10-01T03:45:18.965" v="48" actId="47"/>
        <pc:sldMkLst>
          <pc:docMk/>
          <pc:sldMk cId="2049974920" sldId="649"/>
        </pc:sldMkLst>
      </pc:sldChg>
      <pc:sldChg chg="addSp delSp modSp add del mod">
        <pc:chgData name="Bart Ellenbroek" userId="2b84b345-916b-467b-906b-b93ab6e96867" providerId="ADAL" clId="{D7256E74-C0F4-4C0F-88F1-37F52440695C}" dt="2025-10-01T07:01:20.349" v="655" actId="1076"/>
        <pc:sldMkLst>
          <pc:docMk/>
          <pc:sldMk cId="3508820302" sldId="649"/>
        </pc:sldMkLst>
        <pc:spChg chg="mod">
          <ac:chgData name="Bart Ellenbroek" userId="2b84b345-916b-467b-906b-b93ab6e96867" providerId="ADAL" clId="{D7256E74-C0F4-4C0F-88F1-37F52440695C}" dt="2025-10-01T06:09:50.970" v="391" actId="20577"/>
          <ac:spMkLst>
            <pc:docMk/>
            <pc:sldMk cId="3508820302" sldId="649"/>
            <ac:spMk id="2" creationId="{6B1FDA0F-C2FA-536A-D03A-E767985EAB61}"/>
          </ac:spMkLst>
        </pc:spChg>
        <pc:spChg chg="add mod">
          <ac:chgData name="Bart Ellenbroek" userId="2b84b345-916b-467b-906b-b93ab6e96867" providerId="ADAL" clId="{D7256E74-C0F4-4C0F-88F1-37F52440695C}" dt="2025-10-01T07:01:20.349" v="655" actId="1076"/>
          <ac:spMkLst>
            <pc:docMk/>
            <pc:sldMk cId="3508820302" sldId="649"/>
            <ac:spMk id="3" creationId="{40409A04-09DC-6367-D65F-F2464C1EF307}"/>
          </ac:spMkLst>
        </pc:spChg>
        <pc:picChg chg="add mod">
          <ac:chgData name="Bart Ellenbroek" userId="2b84b345-916b-467b-906b-b93ab6e96867" providerId="ADAL" clId="{D7256E74-C0F4-4C0F-88F1-37F52440695C}" dt="2025-10-01T06:38:41.479" v="571" actId="1076"/>
          <ac:picMkLst>
            <pc:docMk/>
            <pc:sldMk cId="3508820302" sldId="649"/>
            <ac:picMk id="6" creationId="{FE52FB92-4E69-BEB4-39FB-1A3C4D40CAFB}"/>
          </ac:picMkLst>
        </pc:picChg>
        <pc:picChg chg="mod modCrop">
          <ac:chgData name="Bart Ellenbroek" userId="2b84b345-916b-467b-906b-b93ab6e96867" providerId="ADAL" clId="{D7256E74-C0F4-4C0F-88F1-37F52440695C}" dt="2025-10-01T06:38:29.593" v="570" actId="1076"/>
          <ac:picMkLst>
            <pc:docMk/>
            <pc:sldMk cId="3508820302" sldId="649"/>
            <ac:picMk id="21" creationId="{6223E002-F4EB-A3AB-9C9C-73B6ACF98F13}"/>
          </ac:picMkLst>
        </pc:picChg>
        <pc:picChg chg="add del">
          <ac:chgData name="Bart Ellenbroek" userId="2b84b345-916b-467b-906b-b93ab6e96867" providerId="ADAL" clId="{D7256E74-C0F4-4C0F-88F1-37F52440695C}" dt="2025-10-01T06:37:59.687" v="559" actId="478"/>
          <ac:picMkLst>
            <pc:docMk/>
            <pc:sldMk cId="3508820302" sldId="649"/>
            <ac:picMk id="1026" creationId="{493DE338-F193-ED82-2A5F-E28D81951EE3}"/>
          </ac:picMkLst>
        </pc:picChg>
      </pc:sldChg>
      <pc:sldChg chg="del">
        <pc:chgData name="Bart Ellenbroek" userId="2b84b345-916b-467b-906b-b93ab6e96867" providerId="ADAL" clId="{D7256E74-C0F4-4C0F-88F1-37F52440695C}" dt="2025-10-01T03:45:18.965" v="48" actId="47"/>
        <pc:sldMkLst>
          <pc:docMk/>
          <pc:sldMk cId="168280403" sldId="650"/>
        </pc:sldMkLst>
      </pc:sldChg>
      <pc:sldChg chg="delSp modSp add del mod">
        <pc:chgData name="Bart Ellenbroek" userId="2b84b345-916b-467b-906b-b93ab6e96867" providerId="ADAL" clId="{D7256E74-C0F4-4C0F-88F1-37F52440695C}" dt="2025-10-01T06:42:05.342" v="624" actId="47"/>
        <pc:sldMkLst>
          <pc:docMk/>
          <pc:sldMk cId="935269444" sldId="650"/>
        </pc:sldMkLst>
        <pc:spChg chg="del">
          <ac:chgData name="Bart Ellenbroek" userId="2b84b345-916b-467b-906b-b93ab6e96867" providerId="ADAL" clId="{D7256E74-C0F4-4C0F-88F1-37F52440695C}" dt="2025-10-01T06:38:09.706" v="561" actId="478"/>
          <ac:spMkLst>
            <pc:docMk/>
            <pc:sldMk cId="935269444" sldId="650"/>
            <ac:spMk id="3" creationId="{04D64160-D64D-8FBC-87AC-2246FA77FED1}"/>
          </ac:spMkLst>
        </pc:spChg>
        <pc:picChg chg="del">
          <ac:chgData name="Bart Ellenbroek" userId="2b84b345-916b-467b-906b-b93ab6e96867" providerId="ADAL" clId="{D7256E74-C0F4-4C0F-88F1-37F52440695C}" dt="2025-10-01T06:38:10.539" v="562" actId="478"/>
          <ac:picMkLst>
            <pc:docMk/>
            <pc:sldMk cId="935269444" sldId="650"/>
            <ac:picMk id="6" creationId="{659649B3-8FB4-F500-1C96-4B1BA4FC9ABF}"/>
          </ac:picMkLst>
        </pc:picChg>
        <pc:picChg chg="mod">
          <ac:chgData name="Bart Ellenbroek" userId="2b84b345-916b-467b-906b-b93ab6e96867" providerId="ADAL" clId="{D7256E74-C0F4-4C0F-88F1-37F52440695C}" dt="2025-10-01T06:38:12.299" v="563" actId="1076"/>
          <ac:picMkLst>
            <pc:docMk/>
            <pc:sldMk cId="935269444" sldId="650"/>
            <ac:picMk id="21" creationId="{6EA3D9AE-C24B-BE08-79C6-A9544991A823}"/>
          </ac:picMkLst>
        </pc:picChg>
        <pc:picChg chg="mod">
          <ac:chgData name="Bart Ellenbroek" userId="2b84b345-916b-467b-906b-b93ab6e96867" providerId="ADAL" clId="{D7256E74-C0F4-4C0F-88F1-37F52440695C}" dt="2025-10-01T06:38:47.163" v="572" actId="1076"/>
          <ac:picMkLst>
            <pc:docMk/>
            <pc:sldMk cId="935269444" sldId="650"/>
            <ac:picMk id="1026" creationId="{E93E9BF5-B10E-5154-BF2E-8B6DB60BA4B0}"/>
          </ac:picMkLst>
        </pc:picChg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875220553" sldId="651"/>
        </pc:sldMkLst>
      </pc:sldChg>
      <pc:sldChg chg="addSp delSp modSp add mod">
        <pc:chgData name="Bart Ellenbroek" userId="2b84b345-916b-467b-906b-b93ab6e96867" providerId="ADAL" clId="{D7256E74-C0F4-4C0F-88F1-37F52440695C}" dt="2025-10-01T06:42:01.987" v="623" actId="1076"/>
        <pc:sldMkLst>
          <pc:docMk/>
          <pc:sldMk cId="1437657194" sldId="651"/>
        </pc:sldMkLst>
        <pc:spChg chg="add mod">
          <ac:chgData name="Bart Ellenbroek" userId="2b84b345-916b-467b-906b-b93ab6e96867" providerId="ADAL" clId="{D7256E74-C0F4-4C0F-88F1-37F52440695C}" dt="2025-10-01T06:41:44.898" v="618" actId="1076"/>
          <ac:spMkLst>
            <pc:docMk/>
            <pc:sldMk cId="1437657194" sldId="651"/>
            <ac:spMk id="6" creationId="{324B6696-6073-2C21-FB6B-A09659B3B2BE}"/>
          </ac:spMkLst>
        </pc:spChg>
        <pc:spChg chg="add mod">
          <ac:chgData name="Bart Ellenbroek" userId="2b84b345-916b-467b-906b-b93ab6e96867" providerId="ADAL" clId="{D7256E74-C0F4-4C0F-88F1-37F52440695C}" dt="2025-10-01T06:41:51.408" v="621" actId="1076"/>
          <ac:spMkLst>
            <pc:docMk/>
            <pc:sldMk cId="1437657194" sldId="651"/>
            <ac:spMk id="7" creationId="{780BBB13-CAD5-2661-CCDC-0F00A3460E65}"/>
          </ac:spMkLst>
        </pc:spChg>
        <pc:spChg chg="add mod">
          <ac:chgData name="Bart Ellenbroek" userId="2b84b345-916b-467b-906b-b93ab6e96867" providerId="ADAL" clId="{D7256E74-C0F4-4C0F-88F1-37F52440695C}" dt="2025-10-01T06:42:01.987" v="623" actId="1076"/>
          <ac:spMkLst>
            <pc:docMk/>
            <pc:sldMk cId="1437657194" sldId="651"/>
            <ac:spMk id="8" creationId="{217FA4F3-F9F0-28ED-8328-276476893603}"/>
          </ac:spMkLst>
        </pc:spChg>
        <pc:picChg chg="add del mod">
          <ac:chgData name="Bart Ellenbroek" userId="2b84b345-916b-467b-906b-b93ab6e96867" providerId="ADAL" clId="{D7256E74-C0F4-4C0F-88F1-37F52440695C}" dt="2025-10-01T06:40:27.797" v="591" actId="478"/>
          <ac:picMkLst>
            <pc:docMk/>
            <pc:sldMk cId="1437657194" sldId="651"/>
            <ac:picMk id="3" creationId="{EA7F6761-FDDA-3619-0B90-EC141E18FE85}"/>
          </ac:picMkLst>
        </pc:picChg>
        <pc:picChg chg="add mod">
          <ac:chgData name="Bart Ellenbroek" userId="2b84b345-916b-467b-906b-b93ab6e96867" providerId="ADAL" clId="{D7256E74-C0F4-4C0F-88F1-37F52440695C}" dt="2025-10-01T06:41:20.751" v="609" actId="1076"/>
          <ac:picMkLst>
            <pc:docMk/>
            <pc:sldMk cId="1437657194" sldId="651"/>
            <ac:picMk id="5" creationId="{9E732A20-661C-3D82-CA6F-24AE381FF81C}"/>
          </ac:picMkLst>
        </pc:picChg>
        <pc:picChg chg="mod">
          <ac:chgData name="Bart Ellenbroek" userId="2b84b345-916b-467b-906b-b93ab6e96867" providerId="ADAL" clId="{D7256E74-C0F4-4C0F-88F1-37F52440695C}" dt="2025-10-01T06:41:16.592" v="607" actId="14100"/>
          <ac:picMkLst>
            <pc:docMk/>
            <pc:sldMk cId="1437657194" sldId="651"/>
            <ac:picMk id="1026" creationId="{F690A5B6-A2B2-38C1-CC7E-D5452E1FA65C}"/>
          </ac:picMkLst>
        </pc:picChg>
        <pc:picChg chg="add mod">
          <ac:chgData name="Bart Ellenbroek" userId="2b84b345-916b-467b-906b-b93ab6e96867" providerId="ADAL" clId="{D7256E74-C0F4-4C0F-88F1-37F52440695C}" dt="2025-10-01T06:41:16.592" v="607" actId="14100"/>
          <ac:picMkLst>
            <pc:docMk/>
            <pc:sldMk cId="1437657194" sldId="651"/>
            <ac:picMk id="2050" creationId="{59BBCAEC-337A-8B2B-D205-8368B46DAFB9}"/>
          </ac:picMkLst>
        </pc:picChg>
      </pc:sldChg>
      <pc:sldChg chg="addSp delSp modSp add mod">
        <pc:chgData name="Bart Ellenbroek" userId="2b84b345-916b-467b-906b-b93ab6e96867" providerId="ADAL" clId="{D7256E74-C0F4-4C0F-88F1-37F52440695C}" dt="2025-10-01T07:26:29.031" v="959" actId="20577"/>
        <pc:sldMkLst>
          <pc:docMk/>
          <pc:sldMk cId="812212302" sldId="652"/>
        </pc:sldMkLst>
        <pc:spChg chg="mod">
          <ac:chgData name="Bart Ellenbroek" userId="2b84b345-916b-467b-906b-b93ab6e96867" providerId="ADAL" clId="{D7256E74-C0F4-4C0F-88F1-37F52440695C}" dt="2025-10-01T07:26:29.031" v="959" actId="20577"/>
          <ac:spMkLst>
            <pc:docMk/>
            <pc:sldMk cId="812212302" sldId="652"/>
            <ac:spMk id="3" creationId="{912C402E-D10C-1441-0AB6-A740AA4DE80F}"/>
          </ac:spMkLst>
        </pc:spChg>
        <pc:picChg chg="del">
          <ac:chgData name="Bart Ellenbroek" userId="2b84b345-916b-467b-906b-b93ab6e96867" providerId="ADAL" clId="{D7256E74-C0F4-4C0F-88F1-37F52440695C}" dt="2025-10-01T06:42:22.389" v="626" actId="478"/>
          <ac:picMkLst>
            <pc:docMk/>
            <pc:sldMk cId="812212302" sldId="652"/>
            <ac:picMk id="6" creationId="{045A5ED2-5C4E-5718-A94D-5636D7CAC15B}"/>
          </ac:picMkLst>
        </pc:picChg>
        <pc:picChg chg="add mod modCrop">
          <ac:chgData name="Bart Ellenbroek" userId="2b84b345-916b-467b-906b-b93ab6e96867" providerId="ADAL" clId="{D7256E74-C0F4-4C0F-88F1-37F52440695C}" dt="2025-10-01T07:03:23.457" v="881" actId="18131"/>
          <ac:picMkLst>
            <pc:docMk/>
            <pc:sldMk cId="812212302" sldId="652"/>
            <ac:picMk id="7" creationId="{C114755F-256F-326C-B30C-66E10F50D3CB}"/>
          </ac:picMkLst>
        </pc:picChg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3898730237" sldId="652"/>
        </pc:sldMkLst>
      </pc:sldChg>
      <pc:sldChg chg="addSp delSp modSp add mod ord delAnim modAnim">
        <pc:chgData name="Bart Ellenbroek" userId="2b84b345-916b-467b-906b-b93ab6e96867" providerId="ADAL" clId="{D7256E74-C0F4-4C0F-88F1-37F52440695C}" dt="2025-10-01T07:50:32.696" v="2788" actId="20577"/>
        <pc:sldMkLst>
          <pc:docMk/>
          <pc:sldMk cId="1085245154" sldId="653"/>
        </pc:sldMkLst>
        <pc:spChg chg="mod">
          <ac:chgData name="Bart Ellenbroek" userId="2b84b345-916b-467b-906b-b93ab6e96867" providerId="ADAL" clId="{D7256E74-C0F4-4C0F-88F1-37F52440695C}" dt="2025-10-01T07:44:10.684" v="2183" actId="20577"/>
          <ac:spMkLst>
            <pc:docMk/>
            <pc:sldMk cId="1085245154" sldId="653"/>
            <ac:spMk id="2" creationId="{490AB8B9-C180-9A4C-1E7D-B8DB891303A2}"/>
          </ac:spMkLst>
        </pc:spChg>
        <pc:spChg chg="mod">
          <ac:chgData name="Bart Ellenbroek" userId="2b84b345-916b-467b-906b-b93ab6e96867" providerId="ADAL" clId="{D7256E74-C0F4-4C0F-88F1-37F52440695C}" dt="2025-10-01T07:50:32.696" v="2788" actId="20577"/>
          <ac:spMkLst>
            <pc:docMk/>
            <pc:sldMk cId="1085245154" sldId="653"/>
            <ac:spMk id="3" creationId="{1BAAB3DD-7189-71F4-C309-1C2D4FF12854}"/>
          </ac:spMkLst>
        </pc:spChg>
        <pc:picChg chg="add mod modCrop">
          <ac:chgData name="Bart Ellenbroek" userId="2b84b345-916b-467b-906b-b93ab6e96867" providerId="ADAL" clId="{D7256E74-C0F4-4C0F-88F1-37F52440695C}" dt="2025-10-01T07:28:47.913" v="1040" actId="1076"/>
          <ac:picMkLst>
            <pc:docMk/>
            <pc:sldMk cId="1085245154" sldId="653"/>
            <ac:picMk id="5" creationId="{9DAD44E5-F02C-B272-1F61-61882EABDBA5}"/>
          </ac:picMkLst>
        </pc:picChg>
        <pc:picChg chg="add mod modCrop">
          <ac:chgData name="Bart Ellenbroek" userId="2b84b345-916b-467b-906b-b93ab6e96867" providerId="ADAL" clId="{D7256E74-C0F4-4C0F-88F1-37F52440695C}" dt="2025-10-01T07:45:13.397" v="2221" actId="1076"/>
          <ac:picMkLst>
            <pc:docMk/>
            <pc:sldMk cId="1085245154" sldId="653"/>
            <ac:picMk id="6" creationId="{5B8BB45A-A7DF-C302-06CE-D2F4CFBDC795}"/>
          </ac:picMkLst>
        </pc:picChg>
        <pc:picChg chg="del">
          <ac:chgData name="Bart Ellenbroek" userId="2b84b345-916b-467b-906b-b93ab6e96867" providerId="ADAL" clId="{D7256E74-C0F4-4C0F-88F1-37F52440695C}" dt="2025-10-01T07:29:20.574" v="1081" actId="478"/>
          <ac:picMkLst>
            <pc:docMk/>
            <pc:sldMk cId="1085245154" sldId="653"/>
            <ac:picMk id="7" creationId="{BBA36581-E08E-B830-6EC9-80526655F518}"/>
          </ac:picMkLst>
        </pc:picChg>
        <pc:picChg chg="del">
          <ac:chgData name="Bart Ellenbroek" userId="2b84b345-916b-467b-906b-b93ab6e96867" providerId="ADAL" clId="{D7256E74-C0F4-4C0F-88F1-37F52440695C}" dt="2025-10-01T07:26:52.403" v="976" actId="478"/>
          <ac:picMkLst>
            <pc:docMk/>
            <pc:sldMk cId="1085245154" sldId="653"/>
            <ac:picMk id="21" creationId="{DC8A355D-2B38-103A-B92E-193BEE04E612}"/>
          </ac:picMkLst>
        </pc:picChg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1558799799" sldId="653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2930156731" sldId="654"/>
        </pc:sldMkLst>
      </pc:sldChg>
      <pc:sldChg chg="modSp add mod">
        <pc:chgData name="Bart Ellenbroek" userId="2b84b345-916b-467b-906b-b93ab6e96867" providerId="ADAL" clId="{D7256E74-C0F4-4C0F-88F1-37F52440695C}" dt="2025-10-01T07:44:06.175" v="2181" actId="20577"/>
        <pc:sldMkLst>
          <pc:docMk/>
          <pc:sldMk cId="3641625816" sldId="654"/>
        </pc:sldMkLst>
        <pc:spChg chg="mod">
          <ac:chgData name="Bart Ellenbroek" userId="2b84b345-916b-467b-906b-b93ab6e96867" providerId="ADAL" clId="{D7256E74-C0F4-4C0F-88F1-37F52440695C}" dt="2025-10-01T07:44:06.175" v="2181" actId="20577"/>
          <ac:spMkLst>
            <pc:docMk/>
            <pc:sldMk cId="3641625816" sldId="654"/>
            <ac:spMk id="2" creationId="{AF1CABED-28FA-A57F-0177-3C04B99C67A8}"/>
          </ac:spMkLst>
        </pc:spChg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1683590082" sldId="656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4085726728" sldId="657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2079362038" sldId="659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2117055510" sldId="660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2324901951" sldId="661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758733065" sldId="663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3188279080" sldId="664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2026153307" sldId="665"/>
        </pc:sldMkLst>
      </pc:sldChg>
      <pc:sldChg chg="del">
        <pc:chgData name="Bart Ellenbroek" userId="2b84b345-916b-467b-906b-b93ab6e96867" providerId="ADAL" clId="{D7256E74-C0F4-4C0F-88F1-37F52440695C}" dt="2025-10-01T03:41:54.125" v="24" actId="47"/>
        <pc:sldMkLst>
          <pc:docMk/>
          <pc:sldMk cId="3045836384" sldId="666"/>
        </pc:sldMkLst>
      </pc:sldChg>
      <pc:sldChg chg="del">
        <pc:chgData name="Bart Ellenbroek" userId="2b84b345-916b-467b-906b-b93ab6e96867" providerId="ADAL" clId="{D7256E74-C0F4-4C0F-88F1-37F52440695C}" dt="2025-10-01T03:45:18.965" v="48" actId="47"/>
        <pc:sldMkLst>
          <pc:docMk/>
          <pc:sldMk cId="634756212" sldId="668"/>
        </pc:sldMkLst>
      </pc:sldChg>
    </pc:docChg>
  </pc:docChgLst>
  <pc:docChgLst>
    <pc:chgData name="Bart Ellenbroek" userId="2b84b345-916b-467b-906b-b93ab6e96867" providerId="ADAL" clId="{82EC1A13-BCBC-4BB4-95FD-8B468A79D5D8}"/>
    <pc:docChg chg="modSld modNotesMaster">
      <pc:chgData name="Bart Ellenbroek" userId="2b84b345-916b-467b-906b-b93ab6e96867" providerId="ADAL" clId="{82EC1A13-BCBC-4BB4-95FD-8B468A79D5D8}" dt="2025-10-01T20:18:28.078" v="38" actId="1038"/>
      <pc:docMkLst>
        <pc:docMk/>
      </pc:docMkLst>
      <pc:sldChg chg="addSp modSp mod">
        <pc:chgData name="Bart Ellenbroek" userId="2b84b345-916b-467b-906b-b93ab6e96867" providerId="ADAL" clId="{82EC1A13-BCBC-4BB4-95FD-8B468A79D5D8}" dt="2025-10-01T20:18:28.078" v="38" actId="1038"/>
        <pc:sldMkLst>
          <pc:docMk/>
          <pc:sldMk cId="3506578773" sldId="648"/>
        </pc:sldMkLst>
        <pc:spChg chg="add mod">
          <ac:chgData name="Bart Ellenbroek" userId="2b84b345-916b-467b-906b-b93ab6e96867" providerId="ADAL" clId="{82EC1A13-BCBC-4BB4-95FD-8B468A79D5D8}" dt="2025-10-01T20:18:28.078" v="38" actId="1038"/>
          <ac:spMkLst>
            <pc:docMk/>
            <pc:sldMk cId="3506578773" sldId="648"/>
            <ac:spMk id="3" creationId="{DBF52A27-DD9A-7A4D-F249-B2BB396B733E}"/>
          </ac:spMkLst>
        </pc:spChg>
        <pc:spChg chg="add mod">
          <ac:chgData name="Bart Ellenbroek" userId="2b84b345-916b-467b-906b-b93ab6e96867" providerId="ADAL" clId="{82EC1A13-BCBC-4BB4-95FD-8B468A79D5D8}" dt="2025-10-01T20:18:28.078" v="38" actId="1038"/>
          <ac:spMkLst>
            <pc:docMk/>
            <pc:sldMk cId="3506578773" sldId="648"/>
            <ac:spMk id="5" creationId="{2E97BD40-CC53-08AE-E229-5DD99A910F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97E5D-6D6C-4FFD-BB84-F154D948AF1C}" type="datetimeFigureOut">
              <a:rPr lang="en-NZ" smtClean="0"/>
              <a:t>2/10/2025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22375"/>
            <a:ext cx="4397375" cy="3298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2465" y="4703852"/>
            <a:ext cx="5379720" cy="38486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9079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3682B-4871-429E-A08D-D2074EDF013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3591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A747-5B86-B057-ADDB-FDA695263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82E60-95BA-DD3F-6631-6D85217EC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4054D-6470-CD30-5B17-285035563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B6B93-664F-90C0-9643-B2F247136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682B-4871-429E-A08D-D2074EDF013F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1206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682B-4871-429E-A08D-D2074EDF013F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61213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7AE0E-5CB5-3103-E2B2-7B8E8FCE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6EE62-7AE1-B7F6-D6A6-3EB353B3A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84B10-9C48-C232-0C9F-BBF63212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B277A-A083-2811-93D7-0AA6B899B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682B-4871-429E-A08D-D2074EDF013F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8643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B621-3B51-D6AE-173F-ACACDD6B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896D1-8E43-A43F-6DFC-1BEE62215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39089-B6C5-5FC3-9AD3-9378F2255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57BD5-9AD1-04F2-1DF4-72ED62AF8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682B-4871-429E-A08D-D2074EDF013F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24636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CA139-7ADC-AA43-7233-9171AD30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57D67-2919-E486-B8A5-33EBDEDA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FE9B6-081A-5316-5FEE-6F1DDB5DE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20774-6361-8E26-79DA-A9EA15A9D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682B-4871-429E-A08D-D2074EDF013F}" type="slidenum">
              <a:rPr lang="en-NZ" smtClean="0"/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29769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F732-E919-33C1-2748-D05FDB3F0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B45CB-0CE6-21D6-95A5-26F93470E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E8E98-C8AD-0183-DAFB-CEA037252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B0250-1860-4005-5CE6-CAB54B058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682B-4871-429E-A08D-D2074EDF013F}" type="slidenum">
              <a:rPr lang="en-NZ" smtClean="0"/>
              <a:t>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6895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3C12-ACEC-2EFD-14CA-3843FCB6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8234E-3022-4B2A-58F9-2371591EF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1D026-8386-979E-335A-6DC7D23C1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C8531-3090-560B-118F-9C35C1C02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682B-4871-429E-A08D-D2074EDF013F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53403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2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3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6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2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4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1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0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5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9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4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3E4FA-4A01-844E-B9D0-934A967CBC1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95122-A112-0844-98BC-D2A9AE74581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E88359-FE43-E444-BDCD-51BD7BD88C9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0" y="2551471"/>
            <a:ext cx="9144000" cy="43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0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9F22A-DDE5-981A-5CAA-469E0DBF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7CA956-B196-2AD7-CE9A-39B1440576EA}"/>
              </a:ext>
            </a:extLst>
          </p:cNvPr>
          <p:cNvSpPr txBox="1"/>
          <p:nvPr/>
        </p:nvSpPr>
        <p:spPr>
          <a:xfrm>
            <a:off x="3183871" y="6134441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badi" panose="020B0604020104020204" pitchFamily="34" charset="0"/>
              </a:rPr>
              <a:t>NEST</a:t>
            </a:r>
            <a:endParaRPr lang="en-NZ" sz="3200" b="1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07801-C348-5E82-29FF-1566CBB1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78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NEST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Neuroplasticity in Environmental &amp; Social Trajectory</a:t>
            </a:r>
            <a:endParaRPr lang="en-NZ" sz="2800" b="1" dirty="0">
              <a:solidFill>
                <a:srgbClr val="0000FF"/>
              </a:solidFill>
            </a:endParaRPr>
          </a:p>
        </p:txBody>
      </p:sp>
      <p:pic>
        <p:nvPicPr>
          <p:cNvPr id="21" name="Picture 20" descr="A group of people and animals&#10;&#10;Description automatically generated">
            <a:extLst>
              <a:ext uri="{FF2B5EF4-FFF2-40B4-BE49-F238E27FC236}">
                <a16:creationId xmlns:a16="http://schemas.microsoft.com/office/drawing/2014/main" id="{35B9DB22-E91E-A84D-9FCE-C899378B5E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1" t="18241" b="4032"/>
          <a:stretch/>
        </p:blipFill>
        <p:spPr>
          <a:xfrm>
            <a:off x="634790" y="1281784"/>
            <a:ext cx="8214485" cy="45676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F52A27-DD9A-7A4D-F249-B2BB396B733E}"/>
              </a:ext>
            </a:extLst>
          </p:cNvPr>
          <p:cNvSpPr txBox="1"/>
          <p:nvPr/>
        </p:nvSpPr>
        <p:spPr>
          <a:xfrm>
            <a:off x="472271" y="5337349"/>
            <a:ext cx="1658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i-NZ" b="1" dirty="0">
                <a:solidFill>
                  <a:srgbClr val="FF0000"/>
                </a:solidFill>
              </a:rPr>
              <a:t>Bart Ellenbroek</a:t>
            </a:r>
            <a:endParaRPr lang="en-NZ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7BD40-CC53-08AE-E229-5DD99A910F66}"/>
              </a:ext>
            </a:extLst>
          </p:cNvPr>
          <p:cNvSpPr txBox="1"/>
          <p:nvPr/>
        </p:nvSpPr>
        <p:spPr>
          <a:xfrm>
            <a:off x="7115906" y="5337349"/>
            <a:ext cx="1089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i-NZ" b="1" dirty="0">
                <a:solidFill>
                  <a:srgbClr val="FF0000"/>
                </a:solidFill>
              </a:rPr>
              <a:t>Jiun Youn</a:t>
            </a:r>
            <a:endParaRPr lang="en-NZ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7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5C5947-9356-43F3-9E2F-1378228BCF78}"/>
              </a:ext>
            </a:extLst>
          </p:cNvPr>
          <p:cNvSpPr txBox="1"/>
          <p:nvPr/>
        </p:nvSpPr>
        <p:spPr>
          <a:xfrm>
            <a:off x="3183871" y="6134441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badi" panose="020B0604020104020204" pitchFamily="34" charset="0"/>
              </a:rPr>
              <a:t>NEST</a:t>
            </a:r>
            <a:endParaRPr lang="en-NZ" sz="3200" b="1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1C4D4-0778-4B27-906C-6534FA57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78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NEST Research – Rat Research</a:t>
            </a:r>
            <a:endParaRPr lang="en-NZ" sz="2800" b="1" dirty="0">
              <a:solidFill>
                <a:srgbClr val="0000FF"/>
              </a:solidFill>
            </a:endParaRPr>
          </a:p>
        </p:txBody>
      </p:sp>
      <p:pic>
        <p:nvPicPr>
          <p:cNvPr id="21" name="Picture 20" descr="A group of people and animals&#10;&#10;Description automatically generated">
            <a:extLst>
              <a:ext uri="{FF2B5EF4-FFF2-40B4-BE49-F238E27FC236}">
                <a16:creationId xmlns:a16="http://schemas.microsoft.com/office/drawing/2014/main" id="{09D95EBD-C5A0-1A02-37C8-F7F3207D93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" t="41181" r="67485" b="29242"/>
          <a:stretch>
            <a:fillRect/>
          </a:stretch>
        </p:blipFill>
        <p:spPr>
          <a:xfrm>
            <a:off x="-32268" y="-158774"/>
            <a:ext cx="2549081" cy="17381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CC12C1-00FA-E91E-2973-B2B08413A8CB}"/>
              </a:ext>
            </a:extLst>
          </p:cNvPr>
          <p:cNvSpPr txBox="1"/>
          <p:nvPr/>
        </p:nvSpPr>
        <p:spPr>
          <a:xfrm>
            <a:off x="3917487" y="1337593"/>
            <a:ext cx="458266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Research in rats: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Focus on tobacco/nicotine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Why is tobacco more addictive?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Tobacco contains additional substance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MAO inhibitors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Enhance dopamine and are antidepressants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u="sng" dirty="0"/>
              <a:t>Research question</a:t>
            </a:r>
            <a:r>
              <a:rPr lang="en-NZ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Does it enhance self-administration?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New vaping set-up</a:t>
            </a:r>
          </a:p>
        </p:txBody>
      </p:sp>
      <p:pic>
        <p:nvPicPr>
          <p:cNvPr id="8" name="Picture 7" descr="A black and clear machine&#10;&#10;AI-generated content may be incorrect.">
            <a:extLst>
              <a:ext uri="{FF2B5EF4-FFF2-40B4-BE49-F238E27FC236}">
                <a16:creationId xmlns:a16="http://schemas.microsoft.com/office/drawing/2014/main" id="{F4C0DD15-1E01-D984-C7E0-DAFDDEF292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756055"/>
            <a:ext cx="3246120" cy="30784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953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AE493-9E5C-6DFD-B2C5-D74E75447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E0780F-1217-B7AA-9320-0DCA8EA7FE11}"/>
              </a:ext>
            </a:extLst>
          </p:cNvPr>
          <p:cNvSpPr txBox="1"/>
          <p:nvPr/>
        </p:nvSpPr>
        <p:spPr>
          <a:xfrm>
            <a:off x="3183871" y="6134441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badi" panose="020B0604020104020204" pitchFamily="34" charset="0"/>
              </a:rPr>
              <a:t>NEST</a:t>
            </a:r>
            <a:endParaRPr lang="en-NZ" sz="3200" b="1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FDA0F-C2FA-536A-D03A-E767985E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78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NEST Research – Planaria Research</a:t>
            </a:r>
            <a:endParaRPr lang="en-NZ" sz="2800" b="1" dirty="0">
              <a:solidFill>
                <a:srgbClr val="0000FF"/>
              </a:solidFill>
            </a:endParaRPr>
          </a:p>
        </p:txBody>
      </p:sp>
      <p:pic>
        <p:nvPicPr>
          <p:cNvPr id="21" name="Picture 20" descr="A group of people and animals&#10;&#10;Description automatically generated">
            <a:extLst>
              <a:ext uri="{FF2B5EF4-FFF2-40B4-BE49-F238E27FC236}">
                <a16:creationId xmlns:a16="http://schemas.microsoft.com/office/drawing/2014/main" id="{6223E002-F4EB-A3AB-9C9C-73B6ACF98F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18" t="18241" r="30981" b="64930"/>
          <a:stretch>
            <a:fillRect/>
          </a:stretch>
        </p:blipFill>
        <p:spPr>
          <a:xfrm rot="10800000">
            <a:off x="121919" y="395194"/>
            <a:ext cx="1840233" cy="6301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409A04-09DC-6367-D65F-F2464C1EF307}"/>
              </a:ext>
            </a:extLst>
          </p:cNvPr>
          <p:cNvSpPr txBox="1"/>
          <p:nvPr/>
        </p:nvSpPr>
        <p:spPr>
          <a:xfrm>
            <a:off x="1333501" y="1337593"/>
            <a:ext cx="68313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Research in Planaria: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Focus on neuroplasticity.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Planaria can regrow a complete new brain from “scratch”.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Planaria can regrowth new neurons after damage.</a:t>
            </a:r>
            <a:br>
              <a:rPr lang="en-NZ" dirty="0"/>
            </a:br>
            <a:r>
              <a:rPr lang="en-NZ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2FB92-4E69-BEB4-39FB-1A3C4D40C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2" y="2814921"/>
            <a:ext cx="4605337" cy="287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2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CAF1-86A5-5D59-4B32-9FBEFE39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4F1317-C192-DF0E-D3F9-CD6736738495}"/>
              </a:ext>
            </a:extLst>
          </p:cNvPr>
          <p:cNvSpPr txBox="1"/>
          <p:nvPr/>
        </p:nvSpPr>
        <p:spPr>
          <a:xfrm>
            <a:off x="3183871" y="6134441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badi" panose="020B0604020104020204" pitchFamily="34" charset="0"/>
              </a:rPr>
              <a:t>NEST</a:t>
            </a:r>
            <a:endParaRPr lang="en-NZ" sz="3200" b="1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CE59A-98F5-8072-FF96-11065E23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78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NEST Research – Planaria Research</a:t>
            </a:r>
            <a:endParaRPr lang="en-NZ" sz="2800" b="1" dirty="0">
              <a:solidFill>
                <a:srgbClr val="0000FF"/>
              </a:solidFill>
            </a:endParaRPr>
          </a:p>
        </p:txBody>
      </p:sp>
      <p:pic>
        <p:nvPicPr>
          <p:cNvPr id="21" name="Picture 20" descr="A group of people and animals&#10;&#10;Description automatically generated">
            <a:extLst>
              <a:ext uri="{FF2B5EF4-FFF2-40B4-BE49-F238E27FC236}">
                <a16:creationId xmlns:a16="http://schemas.microsoft.com/office/drawing/2014/main" id="{666B0D18-4A8D-BF7B-FB43-EA3F5078E2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18" t="18241" r="30981" b="64930"/>
          <a:stretch>
            <a:fillRect/>
          </a:stretch>
        </p:blipFill>
        <p:spPr>
          <a:xfrm rot="5400000">
            <a:off x="-484402" y="712754"/>
            <a:ext cx="2167893" cy="74238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690A5B6-A2B2-38C1-CC7E-D5452E1FA6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3" r="32939" b="49828"/>
          <a:stretch>
            <a:fillRect/>
          </a:stretch>
        </p:blipFill>
        <p:spPr bwMode="auto">
          <a:xfrm>
            <a:off x="1744981" y="961317"/>
            <a:ext cx="2514601" cy="244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 collage of different colored objects&#10;&#10;AI-generated content may be incorrect.">
            <a:extLst>
              <a:ext uri="{FF2B5EF4-FFF2-40B4-BE49-F238E27FC236}">
                <a16:creationId xmlns:a16="http://schemas.microsoft.com/office/drawing/2014/main" id="{59BBCAEC-337A-8B2B-D205-8368B46DAF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3" r="34512" b="48059"/>
          <a:stretch>
            <a:fillRect/>
          </a:stretch>
        </p:blipFill>
        <p:spPr bwMode="auto">
          <a:xfrm>
            <a:off x="4564382" y="961315"/>
            <a:ext cx="2339000" cy="246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E732A20-661C-3D82-CA6F-24AE381FF8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0" t="53062" r="29192" b="-3234"/>
          <a:stretch>
            <a:fillRect/>
          </a:stretch>
        </p:blipFill>
        <p:spPr bwMode="auto">
          <a:xfrm>
            <a:off x="1744981" y="3547879"/>
            <a:ext cx="2514600" cy="244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4B6696-6073-2C21-FB6B-A09659B3B2BE}"/>
              </a:ext>
            </a:extLst>
          </p:cNvPr>
          <p:cNvSpPr txBox="1"/>
          <p:nvPr/>
        </p:nvSpPr>
        <p:spPr>
          <a:xfrm>
            <a:off x="1744981" y="98316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4 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BBB13-CAD5-2661-CCDC-0F00A3460E65}"/>
              </a:ext>
            </a:extLst>
          </p:cNvPr>
          <p:cNvSpPr txBox="1"/>
          <p:nvPr/>
        </p:nvSpPr>
        <p:spPr>
          <a:xfrm>
            <a:off x="4605319" y="93144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6 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FA4F3-F9F0-28ED-8328-276476893603}"/>
              </a:ext>
            </a:extLst>
          </p:cNvPr>
          <p:cNvSpPr txBox="1"/>
          <p:nvPr/>
        </p:nvSpPr>
        <p:spPr>
          <a:xfrm>
            <a:off x="1744980" y="352344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4 days</a:t>
            </a:r>
          </a:p>
        </p:txBody>
      </p:sp>
    </p:spTree>
    <p:extLst>
      <p:ext uri="{BB962C8B-B14F-4D97-AF65-F5344CB8AC3E}">
        <p14:creationId xmlns:p14="http://schemas.microsoft.com/office/powerpoint/2010/main" val="143765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8365-E6F5-FA97-9E65-5CC5DE7A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9D2A6-BE70-1AD7-320D-A5E750060DAB}"/>
              </a:ext>
            </a:extLst>
          </p:cNvPr>
          <p:cNvSpPr txBox="1"/>
          <p:nvPr/>
        </p:nvSpPr>
        <p:spPr>
          <a:xfrm>
            <a:off x="3183871" y="6134441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badi" panose="020B0604020104020204" pitchFamily="34" charset="0"/>
              </a:rPr>
              <a:t>NEST</a:t>
            </a:r>
            <a:endParaRPr lang="en-NZ" sz="3200" b="1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C7E3C-7F4C-26F3-75AF-584D070B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78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NEST Research – Planaria Research</a:t>
            </a:r>
            <a:endParaRPr lang="en-NZ" sz="2800" b="1" dirty="0">
              <a:solidFill>
                <a:srgbClr val="0000FF"/>
              </a:solidFill>
            </a:endParaRPr>
          </a:p>
        </p:txBody>
      </p:sp>
      <p:pic>
        <p:nvPicPr>
          <p:cNvPr id="21" name="Picture 20" descr="A group of people and animals&#10;&#10;Description automatically generated">
            <a:extLst>
              <a:ext uri="{FF2B5EF4-FFF2-40B4-BE49-F238E27FC236}">
                <a16:creationId xmlns:a16="http://schemas.microsoft.com/office/drawing/2014/main" id="{C0772479-83FA-C701-D540-F21062FB4F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18" t="18241" r="30981" b="64930"/>
          <a:stretch>
            <a:fillRect/>
          </a:stretch>
        </p:blipFill>
        <p:spPr>
          <a:xfrm rot="10800000">
            <a:off x="121919" y="395194"/>
            <a:ext cx="1840233" cy="6301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2C402E-D10C-1441-0AB6-A740AA4DE80F}"/>
              </a:ext>
            </a:extLst>
          </p:cNvPr>
          <p:cNvSpPr txBox="1"/>
          <p:nvPr/>
        </p:nvSpPr>
        <p:spPr>
          <a:xfrm>
            <a:off x="471237" y="1260548"/>
            <a:ext cx="58693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Research in Planaria: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Focus on neuroplasticity.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Planaria can regrow a complete new brain from “scratch”.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Planaria can regrowth new neurons after damage.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Planaria can learn.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And retain their memory?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u="sng" dirty="0"/>
              <a:t>Research questions</a:t>
            </a:r>
            <a:r>
              <a:rPr lang="en-NZ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Do planaria retain memory after dissection?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Do planaria show behavioural and plasticity changes after psilocybin/ketamine?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Do planaria have social behaviour?</a:t>
            </a:r>
            <a:br>
              <a:rPr lang="en-NZ" dirty="0"/>
            </a:br>
            <a:r>
              <a:rPr lang="en-NZ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4755F-256F-326C-B30C-66E10F50D3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55" r="4892" b="-4555"/>
          <a:stretch>
            <a:fillRect/>
          </a:stretch>
        </p:blipFill>
        <p:spPr>
          <a:xfrm>
            <a:off x="6340562" y="3296687"/>
            <a:ext cx="2666278" cy="267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1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E2F1-E2FA-3696-447A-B0E03E61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CB1062-4394-E294-5519-AB100CDE4345}"/>
              </a:ext>
            </a:extLst>
          </p:cNvPr>
          <p:cNvSpPr txBox="1"/>
          <p:nvPr/>
        </p:nvSpPr>
        <p:spPr>
          <a:xfrm>
            <a:off x="3183871" y="6134441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badi" panose="020B0604020104020204" pitchFamily="34" charset="0"/>
              </a:rPr>
              <a:t>NEST</a:t>
            </a:r>
            <a:endParaRPr lang="en-NZ" sz="3200" b="1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CABED-28FA-A57F-0177-3C04B99C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78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        NEST Research –Population Research</a:t>
            </a:r>
            <a:endParaRPr lang="en-NZ" sz="2800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19D1F-5E8C-472E-35C0-7098418B6810}"/>
              </a:ext>
            </a:extLst>
          </p:cNvPr>
          <p:cNvSpPr txBox="1"/>
          <p:nvPr/>
        </p:nvSpPr>
        <p:spPr>
          <a:xfrm>
            <a:off x="471237" y="1260548"/>
            <a:ext cx="7903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ABCD Study.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11,000 children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Followed from age 9 to ultimately 24.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Yearly analysis of behaviour, cognition, s/fMRI, etc.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Currently 4 yearly cohorts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Lifelines study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160,000 participants (age 0 to 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Followed for ultimately 30 years.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5 yearly analysis of many aspects (lifestyle, health, physiology, etc).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Currently 3 cohorts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Research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Is there a bidirectional relationship between sleep quality and familial conflict? Mediated by emotional regulation?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Is there a bidirectional relationship between screen time and inhibitory control? Mediated by sleep quality?</a:t>
            </a:r>
          </a:p>
        </p:txBody>
      </p:sp>
      <p:pic>
        <p:nvPicPr>
          <p:cNvPr id="5" name="Picture 4" descr="A group of people and animals&#10;&#10;Description automatically generated">
            <a:extLst>
              <a:ext uri="{FF2B5EF4-FFF2-40B4-BE49-F238E27FC236}">
                <a16:creationId xmlns:a16="http://schemas.microsoft.com/office/drawing/2014/main" id="{1BA3C450-6E74-4B4D-C52F-315E653252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40" t="51089" r="24236" b="3465"/>
          <a:stretch>
            <a:fillRect/>
          </a:stretch>
        </p:blipFill>
        <p:spPr>
          <a:xfrm>
            <a:off x="281940" y="0"/>
            <a:ext cx="1607820" cy="12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2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CBE97-0D9F-409B-3598-C2502E8D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CE976D-642A-8552-050A-537490D1DF3A}"/>
              </a:ext>
            </a:extLst>
          </p:cNvPr>
          <p:cNvSpPr txBox="1"/>
          <p:nvPr/>
        </p:nvSpPr>
        <p:spPr>
          <a:xfrm>
            <a:off x="3183871" y="6134441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badi" panose="020B0604020104020204" pitchFamily="34" charset="0"/>
              </a:rPr>
              <a:t>NEST</a:t>
            </a:r>
            <a:endParaRPr lang="en-NZ" sz="3200" b="1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AB8B9-C180-9A4C-1E7D-B8DB8913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784"/>
            <a:ext cx="9144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        NEST Research – Other Human Research</a:t>
            </a:r>
            <a:endParaRPr lang="en-NZ" sz="2800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AB3DD-7189-71F4-C309-1C2D4FF12854}"/>
              </a:ext>
            </a:extLst>
          </p:cNvPr>
          <p:cNvSpPr txBox="1"/>
          <p:nvPr/>
        </p:nvSpPr>
        <p:spPr>
          <a:xfrm>
            <a:off x="997017" y="1305341"/>
            <a:ext cx="79031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AI and psychology.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AI is rapidly changing the way we interact with the world.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How does it influence our behaviour?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Research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Does AI affect cognitive flexibility and creativity?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What is the relationship between stress, AI, cognitive rigidity and polarization.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/>
              <a:t>Psychedelic experiences: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Psychedelic drugs such as psilocybin, LSD have intriguing therapeutic potential for depression, anxiety, addiction, PTSD.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However, these drugs induce very unique and highly personalized changes in individuals, that seem to be different for each individual and even within the same individual.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Z" dirty="0"/>
              <a:t>Online resources (Reddit, </a:t>
            </a:r>
            <a:r>
              <a:rPr lang="en-NZ" dirty="0" err="1"/>
              <a:t>Erowid</a:t>
            </a:r>
            <a:r>
              <a:rPr lang="en-NZ" dirty="0"/>
              <a:t>) are used to analyse the psychedelic experience and </a:t>
            </a:r>
            <a:r>
              <a:rPr lang="en-NZ"/>
              <a:t>its determinants.</a:t>
            </a:r>
            <a:endParaRPr lang="en-N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Z" dirty="0"/>
          </a:p>
        </p:txBody>
      </p:sp>
      <p:pic>
        <p:nvPicPr>
          <p:cNvPr id="5" name="Picture 4" descr="A group of people and animals&#10;&#10;Description automatically generated">
            <a:extLst>
              <a:ext uri="{FF2B5EF4-FFF2-40B4-BE49-F238E27FC236}">
                <a16:creationId xmlns:a16="http://schemas.microsoft.com/office/drawing/2014/main" id="{9DAD44E5-F02C-B272-1F61-61882EABDB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40" t="51089" r="24236" b="3465"/>
          <a:stretch>
            <a:fillRect/>
          </a:stretch>
        </p:blipFill>
        <p:spPr>
          <a:xfrm>
            <a:off x="281940" y="0"/>
            <a:ext cx="1607820" cy="1222732"/>
          </a:xfrm>
          <a:prstGeom prst="rect">
            <a:avLst/>
          </a:prstGeom>
        </p:spPr>
      </p:pic>
      <p:pic>
        <p:nvPicPr>
          <p:cNvPr id="6" name="Picture 5" descr="A group of people and animals&#10;&#10;Description automatically generated">
            <a:extLst>
              <a:ext uri="{FF2B5EF4-FFF2-40B4-BE49-F238E27FC236}">
                <a16:creationId xmlns:a16="http://schemas.microsoft.com/office/drawing/2014/main" id="{5B8BB45A-A7DF-C302-06CE-D2F4CFBDC7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371" t="35400" r="2387" b="29330"/>
          <a:stretch>
            <a:fillRect/>
          </a:stretch>
        </p:blipFill>
        <p:spPr>
          <a:xfrm>
            <a:off x="-54544" y="3891359"/>
            <a:ext cx="1051561" cy="128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4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template.pptx" id="{6CA65DA7-76F7-4CCB-848F-E1EDF2170FBE}" vid="{610E7FA8-4517-47B5-BEDD-3FF60DA958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519481-8d53-474b-ba90-3f19ab12c6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6E3239C696834EA1B4B6B0CDB3F1A0" ma:contentTypeVersion="17" ma:contentTypeDescription="Create a new document." ma:contentTypeScope="" ma:versionID="6dd1ff65721572e3127b75453c3d1dd9">
  <xsd:schema xmlns:xsd="http://www.w3.org/2001/XMLSchema" xmlns:xs="http://www.w3.org/2001/XMLSchema" xmlns:p="http://schemas.microsoft.com/office/2006/metadata/properties" xmlns:ns3="f40aa4a5-d8e2-4958-b5ae-ccf232650418" xmlns:ns4="9f519481-8d53-474b-ba90-3f19ab12c62c" targetNamespace="http://schemas.microsoft.com/office/2006/metadata/properties" ma:root="true" ma:fieldsID="3e903adf859c1bd216f9879b19ba1871" ns3:_="" ns4:_="">
    <xsd:import namespace="f40aa4a5-d8e2-4958-b5ae-ccf232650418"/>
    <xsd:import namespace="9f519481-8d53-474b-ba90-3f19ab12c62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Locatio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0aa4a5-d8e2-4958-b5ae-ccf23265041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19481-8d53-474b-ba90-3f19ab12c6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6B1CC3-D471-441C-BAFB-D50722643218}">
  <ds:schemaRefs>
    <ds:schemaRef ds:uri="http://purl.org/dc/terms/"/>
    <ds:schemaRef ds:uri="f40aa4a5-d8e2-4958-b5ae-ccf232650418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9f519481-8d53-474b-ba90-3f19ab12c62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5E6F4E5-D608-4794-987B-4CC0FF9A49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0aa4a5-d8e2-4958-b5ae-ccf232650418"/>
    <ds:schemaRef ds:uri="9f519481-8d53-474b-ba90-3f19ab12c6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A6CA47-809B-4054-AD0D-95F7A1CB25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20616</TotalTime>
  <Words>420</Words>
  <Application>Microsoft Office PowerPoint</Application>
  <PresentationFormat>On-screen Show (4:3)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Abadi</vt:lpstr>
      <vt:lpstr>Arial</vt:lpstr>
      <vt:lpstr>Calibri</vt:lpstr>
      <vt:lpstr>Office Theme</vt:lpstr>
      <vt:lpstr>NEST Neuroplasticity in Environmental &amp; Social Trajectory</vt:lpstr>
      <vt:lpstr>NEST Research – Rat Research</vt:lpstr>
      <vt:lpstr>NEST Research – Planaria Research</vt:lpstr>
      <vt:lpstr>NEST Research – Planaria Research</vt:lpstr>
      <vt:lpstr>NEST Research – Planaria Research</vt:lpstr>
      <vt:lpstr>        NEST Research –Population Research</vt:lpstr>
      <vt:lpstr>        NEST Research – Other Human Research</vt:lpstr>
    </vt:vector>
  </TitlesOfParts>
  <Company>VUW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 Ellenbroek</dc:creator>
  <cp:lastModifiedBy>Bart Ellenbroek</cp:lastModifiedBy>
  <cp:revision>41</cp:revision>
  <cp:lastPrinted>2025-10-01T19:54:47Z</cp:lastPrinted>
  <dcterms:created xsi:type="dcterms:W3CDTF">2022-01-31T22:20:50Z</dcterms:created>
  <dcterms:modified xsi:type="dcterms:W3CDTF">2025-10-01T20:18:34Z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0x010100E46E3239C696834EA1B4B6B0CDB3F1A0</vt:lpwstr>
  </property>
</Properties>
</file>